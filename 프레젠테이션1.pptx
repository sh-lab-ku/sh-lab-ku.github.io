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B8B5C-B80B-6924-74D2-6B93304D83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7E202A4-4EB3-335A-9987-7B1B7A5406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ACDBBE-D102-0BFA-B3B2-BE6B04DBC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83BE3-EB02-4BA3-821E-ABAA59C051A4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8979B6-569F-B721-DE03-1EA6557FC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B3AB16-C290-2D2C-9B70-2EF565845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5C5FC-8BCA-433A-BA4C-5A2C47271A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4023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9E23B6-051A-DF4E-5C94-091D47CD3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CA712B-5EBE-AA36-94B5-F2DF54E13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C2D256-6EC9-3834-151B-F347C0EEC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83BE3-EB02-4BA3-821E-ABAA59C051A4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2ACF60-0792-29FB-35B5-154516267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57427B-D0C3-AF7C-FE9E-078CEDCF1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5C5FC-8BCA-433A-BA4C-5A2C47271A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343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76D411-B49E-5BAE-B4C9-FAB40B98B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D24307-1335-7B8C-870F-C815DB207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1956B8-20A9-8028-7EF6-A39325169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83BE3-EB02-4BA3-821E-ABAA59C051A4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D01A68-80E8-DA18-52EB-A8A938DB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ADBFD1-B6A4-6E9A-13BC-3DC84E93E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5C5FC-8BCA-433A-BA4C-5A2C47271A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293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6AD1E7-3E52-953B-C9CF-03697075C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F1AEA2-D1DA-7ADB-EFEF-9B3DA755E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C29C8A-ADCB-10AE-4A18-3BC8F341C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DE26A7-7325-3F4E-E3A8-345954EFB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83BE3-EB02-4BA3-821E-ABAA59C051A4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1DB2D3-B06E-885E-309E-C72F15F4B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5683C7-6949-371C-F717-DC5889D59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5C5FC-8BCA-433A-BA4C-5A2C47271A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7449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015994-9EC9-24D2-A1B4-9F4CF71E6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8D2614-2D06-6D5E-B06F-54E20FA93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561C61-AB22-D42B-89FD-DCCCAFC83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0D528B3-5757-2AD0-D452-A45311E4FA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76E7666-1EA4-1E4E-6D26-4797E8A754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057E9EA-48AB-5395-10FB-ED132CE5D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83BE3-EB02-4BA3-821E-ABAA59C051A4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5C47733-A3F2-2238-694F-79A10C914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E6EE5A-0E0B-DFCF-13BB-C23D11D4B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5C5FC-8BCA-433A-BA4C-5A2C47271A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886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82CC36-D613-A3EC-BE14-CF3232269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B1B6E30-D9D4-0F1C-3235-194BFDCDF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83BE3-EB02-4BA3-821E-ABAA59C051A4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F0B50D9-6FA7-D873-81C9-5E1ED3193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0BC6529-3661-5357-7BE8-F084BCF88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5C5FC-8BCA-433A-BA4C-5A2C47271A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686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C6DABF0-DCC5-1F94-C687-34E4749F0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83BE3-EB02-4BA3-821E-ABAA59C051A4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C978142-01F4-DFA5-6BBB-21580D087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6FA2F8-7455-1CB8-B12E-E25E8DC01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5C5FC-8BCA-433A-BA4C-5A2C47271A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942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20F40F-7FCA-9EB0-98B4-DB61BB409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5D1455-3D8A-09E2-D260-F76E7E71C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AFBECC-68CA-8F75-F66D-019EA5F2F5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DEEC01-E4CA-5836-E6D3-8286ECE4A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83BE3-EB02-4BA3-821E-ABAA59C051A4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516967-02DB-30F2-ABED-8EF227012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52F280-2EFD-2777-4C9F-B0EB619E8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5C5FC-8BCA-433A-BA4C-5A2C47271A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782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9D1B21-8588-EE5A-311D-B380FE286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CF404F1-F681-96A5-AA45-CCB4B4CE69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F7CDF5-966C-4571-62B3-7F2F8692B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EBD836-50D3-6EFF-FDC6-1099538A3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83BE3-EB02-4BA3-821E-ABAA59C051A4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0668EA-B6C3-5BB6-E0FB-762B39AE4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FCD0B7-ACC2-606F-B2F2-59904BB16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5C5FC-8BCA-433A-BA4C-5A2C47271A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870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2224B6-E7FD-252B-F5D8-7C9796EC3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4B01277-7C30-1437-D6BF-34E859C81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1EC5B1-9606-13E0-83EC-FF1342A54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83BE3-EB02-4BA3-821E-ABAA59C051A4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A92CB7-1BAE-C58A-9C74-3048237E6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C3B6C4-0BCC-4430-4312-59B873440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5C5FC-8BCA-433A-BA4C-5A2C47271A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42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905C516-415A-2438-6116-C462B176DE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14A8B9-7F11-470E-021F-3E632A6BB1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E2D8DB-AA1F-6E66-A08A-B9CA6B673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83BE3-EB02-4BA3-821E-ABAA59C051A4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DEB55D-FA82-4747-0414-A56CB5A30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DE3749-EEA6-A706-85D1-0013DEC39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5C5FC-8BCA-433A-BA4C-5A2C47271A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738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A36B787-CFDE-4292-FA60-1751071C0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3442A4-278C-F095-2A17-503DCBA89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7AE66D-ED03-2E5D-A2EE-9B2FAFCF17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B83BE3-EB02-4BA3-821E-ABAA59C051A4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E6D052-C243-848A-FD81-0EADC7CD09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3778ED-3E7A-8E9B-AA0D-46CF458ACE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5C5FC-8BCA-433A-BA4C-5A2C47271A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275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BD63DAF-EEED-74AA-45A4-0DF70BB875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112" r="882" b="1199"/>
          <a:stretch>
            <a:fillRect/>
          </a:stretch>
        </p:blipFill>
        <p:spPr>
          <a:xfrm>
            <a:off x="107576" y="179295"/>
            <a:ext cx="5710518" cy="284181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887F295-1735-3C65-ADBA-6F209FFE5F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242" r="882"/>
          <a:stretch>
            <a:fillRect/>
          </a:stretch>
        </p:blipFill>
        <p:spPr>
          <a:xfrm>
            <a:off x="6096000" y="144667"/>
            <a:ext cx="5710518" cy="28764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0D4ED6C-CF55-5C74-BE74-F64649F44A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111" r="882"/>
          <a:stretch>
            <a:fillRect/>
          </a:stretch>
        </p:blipFill>
        <p:spPr>
          <a:xfrm>
            <a:off x="107576" y="3496234"/>
            <a:ext cx="5710518" cy="288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70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38A6F-1777-0A31-DD0D-24707A067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2CEA766-E66F-D232-993C-7A212A7B29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242"/>
          <a:stretch>
            <a:fillRect/>
          </a:stretch>
        </p:blipFill>
        <p:spPr>
          <a:xfrm>
            <a:off x="322729" y="578869"/>
            <a:ext cx="6974541" cy="348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015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송혁 사진">
            <a:extLst>
              <a:ext uri="{FF2B5EF4-FFF2-40B4-BE49-F238E27FC236}">
                <a16:creationId xmlns:a16="http://schemas.microsoft.com/office/drawing/2014/main" id="{91F16F0F-6729-CAEF-D2FE-6F571B928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6488" y="0"/>
            <a:ext cx="48990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2247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0</Words>
  <Application>Microsoft Office PowerPoint</Application>
  <PresentationFormat>와이드스크린</PresentationFormat>
  <Paragraphs>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2026-09-02T11:23:52Z</dcterms:created>
  <dcterms:modified xsi:type="dcterms:W3CDTF">2026-09-02T13:16:53Z</dcterms:modified>
</cp:coreProperties>
</file>